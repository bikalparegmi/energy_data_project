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KALPA REGMI" userId="1be02e1a-7b0c-468e-9339-07da1811078b" providerId="ADAL" clId="{1CE9D7E4-9464-4966-849D-30A038801CBB}"/>
    <pc:docChg chg="undo custSel addSld delSld modSld">
      <pc:chgData name="BIKALPA REGMI" userId="1be02e1a-7b0c-468e-9339-07da1811078b" providerId="ADAL" clId="{1CE9D7E4-9464-4966-849D-30A038801CBB}" dt="2026-04-17T16:06:13.117" v="4897" actId="20577"/>
      <pc:docMkLst>
        <pc:docMk/>
      </pc:docMkLst>
      <pc:sldChg chg="modSp del mod">
        <pc:chgData name="BIKALPA REGMI" userId="1be02e1a-7b0c-468e-9339-07da1811078b" providerId="ADAL" clId="{1CE9D7E4-9464-4966-849D-30A038801CBB}" dt="2026-04-17T10:11:23.818" v="141" actId="47"/>
        <pc:sldMkLst>
          <pc:docMk/>
          <pc:sldMk cId="773850701" sldId="256"/>
        </pc:sldMkLst>
        <pc:spChg chg="mod">
          <ac:chgData name="BIKALPA REGMI" userId="1be02e1a-7b0c-468e-9339-07da1811078b" providerId="ADAL" clId="{1CE9D7E4-9464-4966-849D-30A038801CBB}" dt="2026-04-17T10:04:28.440" v="98" actId="20577"/>
          <ac:spMkLst>
            <pc:docMk/>
            <pc:sldMk cId="773850701" sldId="256"/>
            <ac:spMk id="2" creationId="{325281B8-1A39-53CC-7C6F-E857D1BAC115}"/>
          </ac:spMkLst>
        </pc:spChg>
        <pc:spChg chg="mod">
          <ac:chgData name="BIKALPA REGMI" userId="1be02e1a-7b0c-468e-9339-07da1811078b" providerId="ADAL" clId="{1CE9D7E4-9464-4966-849D-30A038801CBB}" dt="2026-04-17T10:09:14.384" v="130"/>
          <ac:spMkLst>
            <pc:docMk/>
            <pc:sldMk cId="773850701" sldId="256"/>
            <ac:spMk id="3" creationId="{4C604856-BCAC-2FCB-C524-EDFBE9B0FE5A}"/>
          </ac:spMkLst>
        </pc:spChg>
      </pc:sldChg>
      <pc:sldChg chg="modSp add mod">
        <pc:chgData name="BIKALPA REGMI" userId="1be02e1a-7b0c-468e-9339-07da1811078b" providerId="ADAL" clId="{1CE9D7E4-9464-4966-849D-30A038801CBB}" dt="2026-04-17T10:49:50.865" v="1254" actId="20577"/>
        <pc:sldMkLst>
          <pc:docMk/>
          <pc:sldMk cId="442274437" sldId="257"/>
        </pc:sldMkLst>
        <pc:spChg chg="mod">
          <ac:chgData name="BIKALPA REGMI" userId="1be02e1a-7b0c-468e-9339-07da1811078b" providerId="ADAL" clId="{1CE9D7E4-9464-4966-849D-30A038801CBB}" dt="2026-04-17T10:10:56.108" v="139" actId="20577"/>
          <ac:spMkLst>
            <pc:docMk/>
            <pc:sldMk cId="442274437" sldId="257"/>
            <ac:spMk id="2" creationId="{325281B8-1A39-53CC-7C6F-E857D1BAC115}"/>
          </ac:spMkLst>
        </pc:spChg>
        <pc:spChg chg="mod">
          <ac:chgData name="BIKALPA REGMI" userId="1be02e1a-7b0c-468e-9339-07da1811078b" providerId="ADAL" clId="{1CE9D7E4-9464-4966-849D-30A038801CBB}" dt="2026-04-17T10:49:50.865" v="1254" actId="20577"/>
          <ac:spMkLst>
            <pc:docMk/>
            <pc:sldMk cId="442274437" sldId="257"/>
            <ac:spMk id="3" creationId="{4C604856-BCAC-2FCB-C524-EDFBE9B0FE5A}"/>
          </ac:spMkLst>
        </pc:spChg>
      </pc:sldChg>
      <pc:sldChg chg="modSp add mod">
        <pc:chgData name="BIKALPA REGMI" userId="1be02e1a-7b0c-468e-9339-07da1811078b" providerId="ADAL" clId="{1CE9D7E4-9464-4966-849D-30A038801CBB}" dt="2026-04-17T10:25:27.118" v="651" actId="20577"/>
        <pc:sldMkLst>
          <pc:docMk/>
          <pc:sldMk cId="2899581252" sldId="258"/>
        </pc:sldMkLst>
        <pc:spChg chg="mod">
          <ac:chgData name="BIKALPA REGMI" userId="1be02e1a-7b0c-468e-9339-07da1811078b" providerId="ADAL" clId="{1CE9D7E4-9464-4966-849D-30A038801CBB}" dt="2026-04-17T10:13:43.780" v="209" actId="1076"/>
          <ac:spMkLst>
            <pc:docMk/>
            <pc:sldMk cId="2899581252" sldId="258"/>
            <ac:spMk id="2" creationId="{325281B8-1A39-53CC-7C6F-E857D1BAC115}"/>
          </ac:spMkLst>
        </pc:spChg>
        <pc:spChg chg="mod">
          <ac:chgData name="BIKALPA REGMI" userId="1be02e1a-7b0c-468e-9339-07da1811078b" providerId="ADAL" clId="{1CE9D7E4-9464-4966-849D-30A038801CBB}" dt="2026-04-17T10:25:27.118" v="651" actId="20577"/>
          <ac:spMkLst>
            <pc:docMk/>
            <pc:sldMk cId="2899581252" sldId="258"/>
            <ac:spMk id="3" creationId="{4C604856-BCAC-2FCB-C524-EDFBE9B0FE5A}"/>
          </ac:spMkLst>
        </pc:spChg>
      </pc:sldChg>
      <pc:sldChg chg="add del">
        <pc:chgData name="BIKALPA REGMI" userId="1be02e1a-7b0c-468e-9339-07da1811078b" providerId="ADAL" clId="{1CE9D7E4-9464-4966-849D-30A038801CBB}" dt="2026-04-17T10:25:35.203" v="653" actId="47"/>
        <pc:sldMkLst>
          <pc:docMk/>
          <pc:sldMk cId="1728996884" sldId="259"/>
        </pc:sldMkLst>
      </pc:sldChg>
      <pc:sldChg chg="modSp add mod">
        <pc:chgData name="BIKALPA REGMI" userId="1be02e1a-7b0c-468e-9339-07da1811078b" providerId="ADAL" clId="{1CE9D7E4-9464-4966-849D-30A038801CBB}" dt="2026-04-17T10:51:00.521" v="1349" actId="20577"/>
        <pc:sldMkLst>
          <pc:docMk/>
          <pc:sldMk cId="1216572433" sldId="260"/>
        </pc:sldMkLst>
        <pc:spChg chg="mod">
          <ac:chgData name="BIKALPA REGMI" userId="1be02e1a-7b0c-468e-9339-07da1811078b" providerId="ADAL" clId="{1CE9D7E4-9464-4966-849D-30A038801CBB}" dt="2026-04-17T10:25:50.085" v="665" actId="20577"/>
          <ac:spMkLst>
            <pc:docMk/>
            <pc:sldMk cId="1216572433" sldId="260"/>
            <ac:spMk id="2" creationId="{325281B8-1A39-53CC-7C6F-E857D1BAC115}"/>
          </ac:spMkLst>
        </pc:spChg>
        <pc:spChg chg="mod">
          <ac:chgData name="BIKALPA REGMI" userId="1be02e1a-7b0c-468e-9339-07da1811078b" providerId="ADAL" clId="{1CE9D7E4-9464-4966-849D-30A038801CBB}" dt="2026-04-17T10:51:00.521" v="1349" actId="20577"/>
          <ac:spMkLst>
            <pc:docMk/>
            <pc:sldMk cId="1216572433" sldId="260"/>
            <ac:spMk id="3" creationId="{4C604856-BCAC-2FCB-C524-EDFBE9B0FE5A}"/>
          </ac:spMkLst>
        </pc:spChg>
      </pc:sldChg>
      <pc:sldChg chg="modSp add mod">
        <pc:chgData name="BIKALPA REGMI" userId="1be02e1a-7b0c-468e-9339-07da1811078b" providerId="ADAL" clId="{1CE9D7E4-9464-4966-849D-30A038801CBB}" dt="2026-04-17T11:53:07.123" v="1439" actId="20577"/>
        <pc:sldMkLst>
          <pc:docMk/>
          <pc:sldMk cId="847618856" sldId="261"/>
        </pc:sldMkLst>
        <pc:spChg chg="mod">
          <ac:chgData name="BIKALPA REGMI" userId="1be02e1a-7b0c-468e-9339-07da1811078b" providerId="ADAL" clId="{1CE9D7E4-9464-4966-849D-30A038801CBB}" dt="2026-04-17T10:51:28.656" v="1363" actId="20577"/>
          <ac:spMkLst>
            <pc:docMk/>
            <pc:sldMk cId="847618856" sldId="261"/>
            <ac:spMk id="2" creationId="{325281B8-1A39-53CC-7C6F-E857D1BAC115}"/>
          </ac:spMkLst>
        </pc:spChg>
        <pc:spChg chg="mod">
          <ac:chgData name="BIKALPA REGMI" userId="1be02e1a-7b0c-468e-9339-07da1811078b" providerId="ADAL" clId="{1CE9D7E4-9464-4966-849D-30A038801CBB}" dt="2026-04-17T11:53:07.123" v="1439" actId="20577"/>
          <ac:spMkLst>
            <pc:docMk/>
            <pc:sldMk cId="847618856" sldId="261"/>
            <ac:spMk id="3" creationId="{4C604856-BCAC-2FCB-C524-EDFBE9B0FE5A}"/>
          </ac:spMkLst>
        </pc:spChg>
      </pc:sldChg>
      <pc:sldChg chg="modSp add mod">
        <pc:chgData name="BIKALPA REGMI" userId="1be02e1a-7b0c-468e-9339-07da1811078b" providerId="ADAL" clId="{1CE9D7E4-9464-4966-849D-30A038801CBB}" dt="2026-04-17T12:01:21.639" v="1635" actId="20577"/>
        <pc:sldMkLst>
          <pc:docMk/>
          <pc:sldMk cId="542044856" sldId="262"/>
        </pc:sldMkLst>
        <pc:spChg chg="mod">
          <ac:chgData name="BIKALPA REGMI" userId="1be02e1a-7b0c-468e-9339-07da1811078b" providerId="ADAL" clId="{1CE9D7E4-9464-4966-849D-30A038801CBB}" dt="2026-04-17T12:01:21.639" v="1635" actId="20577"/>
          <ac:spMkLst>
            <pc:docMk/>
            <pc:sldMk cId="542044856" sldId="262"/>
            <ac:spMk id="3" creationId="{4C604856-BCAC-2FCB-C524-EDFBE9B0FE5A}"/>
          </ac:spMkLst>
        </pc:spChg>
      </pc:sldChg>
      <pc:sldChg chg="addSp modSp add mod">
        <pc:chgData name="BIKALPA REGMI" userId="1be02e1a-7b0c-468e-9339-07da1811078b" providerId="ADAL" clId="{1CE9D7E4-9464-4966-849D-30A038801CBB}" dt="2026-04-17T12:10:03.485" v="1928" actId="20577"/>
        <pc:sldMkLst>
          <pc:docMk/>
          <pc:sldMk cId="515418425" sldId="263"/>
        </pc:sldMkLst>
        <pc:spChg chg="mod">
          <ac:chgData name="BIKALPA REGMI" userId="1be02e1a-7b0c-468e-9339-07da1811078b" providerId="ADAL" clId="{1CE9D7E4-9464-4966-849D-30A038801CBB}" dt="2026-04-17T12:08:23.460" v="1679" actId="20577"/>
          <ac:spMkLst>
            <pc:docMk/>
            <pc:sldMk cId="515418425" sldId="263"/>
            <ac:spMk id="2" creationId="{325281B8-1A39-53CC-7C6F-E857D1BAC115}"/>
          </ac:spMkLst>
        </pc:spChg>
        <pc:spChg chg="mod">
          <ac:chgData name="BIKALPA REGMI" userId="1be02e1a-7b0c-468e-9339-07da1811078b" providerId="ADAL" clId="{1CE9D7E4-9464-4966-849D-30A038801CBB}" dt="2026-04-17T12:10:03.485" v="1928" actId="20577"/>
          <ac:spMkLst>
            <pc:docMk/>
            <pc:sldMk cId="515418425" sldId="263"/>
            <ac:spMk id="3" creationId="{4C604856-BCAC-2FCB-C524-EDFBE9B0FE5A}"/>
          </ac:spMkLst>
        </pc:spChg>
        <pc:picChg chg="add mod">
          <ac:chgData name="BIKALPA REGMI" userId="1be02e1a-7b0c-468e-9339-07da1811078b" providerId="ADAL" clId="{1CE9D7E4-9464-4966-849D-30A038801CBB}" dt="2026-04-17T12:03:04.420" v="1653" actId="14100"/>
          <ac:picMkLst>
            <pc:docMk/>
            <pc:sldMk cId="515418425" sldId="263"/>
            <ac:picMk id="5" creationId="{75F97203-D224-BD15-D691-2C6CFCAB0BD6}"/>
          </ac:picMkLst>
        </pc:picChg>
      </pc:sldChg>
      <pc:sldChg chg="addSp delSp modSp add mod">
        <pc:chgData name="BIKALPA REGMI" userId="1be02e1a-7b0c-468e-9339-07da1811078b" providerId="ADAL" clId="{1CE9D7E4-9464-4966-849D-30A038801CBB}" dt="2026-04-17T12:52:36.994" v="4777" actId="20577"/>
        <pc:sldMkLst>
          <pc:docMk/>
          <pc:sldMk cId="3532933764" sldId="264"/>
        </pc:sldMkLst>
        <pc:spChg chg="mod">
          <ac:chgData name="BIKALPA REGMI" userId="1be02e1a-7b0c-468e-9339-07da1811078b" providerId="ADAL" clId="{1CE9D7E4-9464-4966-849D-30A038801CBB}" dt="2026-04-17T12:10:33.763" v="1945" actId="20577"/>
          <ac:spMkLst>
            <pc:docMk/>
            <pc:sldMk cId="3532933764" sldId="264"/>
            <ac:spMk id="2" creationId="{325281B8-1A39-53CC-7C6F-E857D1BAC115}"/>
          </ac:spMkLst>
        </pc:spChg>
        <pc:spChg chg="mod">
          <ac:chgData name="BIKALPA REGMI" userId="1be02e1a-7b0c-468e-9339-07da1811078b" providerId="ADAL" clId="{1CE9D7E4-9464-4966-849D-30A038801CBB}" dt="2026-04-17T12:52:36.994" v="4777" actId="20577"/>
          <ac:spMkLst>
            <pc:docMk/>
            <pc:sldMk cId="3532933764" sldId="264"/>
            <ac:spMk id="3" creationId="{4C604856-BCAC-2FCB-C524-EDFBE9B0FE5A}"/>
          </ac:spMkLst>
        </pc:spChg>
        <pc:picChg chg="del">
          <ac:chgData name="BIKALPA REGMI" userId="1be02e1a-7b0c-468e-9339-07da1811078b" providerId="ADAL" clId="{1CE9D7E4-9464-4966-849D-30A038801CBB}" dt="2026-04-17T12:10:40.473" v="1946" actId="478"/>
          <ac:picMkLst>
            <pc:docMk/>
            <pc:sldMk cId="3532933764" sldId="264"/>
            <ac:picMk id="5" creationId="{75F97203-D224-BD15-D691-2C6CFCAB0BD6}"/>
          </ac:picMkLst>
        </pc:picChg>
        <pc:picChg chg="add mod">
          <ac:chgData name="BIKALPA REGMI" userId="1be02e1a-7b0c-468e-9339-07da1811078b" providerId="ADAL" clId="{1CE9D7E4-9464-4966-849D-30A038801CBB}" dt="2026-04-17T12:13:37.034" v="2201" actId="1076"/>
          <ac:picMkLst>
            <pc:docMk/>
            <pc:sldMk cId="3532933764" sldId="264"/>
            <ac:picMk id="6" creationId="{50342546-87D5-A4F5-2659-EA550DFDDB43}"/>
          </ac:picMkLst>
        </pc:picChg>
      </pc:sldChg>
      <pc:sldChg chg="addSp delSp modSp add mod">
        <pc:chgData name="BIKALPA REGMI" userId="1be02e1a-7b0c-468e-9339-07da1811078b" providerId="ADAL" clId="{1CE9D7E4-9464-4966-849D-30A038801CBB}" dt="2026-04-17T12:24:14.854" v="2701" actId="20577"/>
        <pc:sldMkLst>
          <pc:docMk/>
          <pc:sldMk cId="1109227723" sldId="265"/>
        </pc:sldMkLst>
        <pc:spChg chg="mod">
          <ac:chgData name="BIKALPA REGMI" userId="1be02e1a-7b0c-468e-9339-07da1811078b" providerId="ADAL" clId="{1CE9D7E4-9464-4966-849D-30A038801CBB}" dt="2026-04-17T12:19:57.409" v="2353" actId="27636"/>
          <ac:spMkLst>
            <pc:docMk/>
            <pc:sldMk cId="1109227723" sldId="265"/>
            <ac:spMk id="2" creationId="{325281B8-1A39-53CC-7C6F-E857D1BAC115}"/>
          </ac:spMkLst>
        </pc:spChg>
        <pc:spChg chg="mod">
          <ac:chgData name="BIKALPA REGMI" userId="1be02e1a-7b0c-468e-9339-07da1811078b" providerId="ADAL" clId="{1CE9D7E4-9464-4966-849D-30A038801CBB}" dt="2026-04-17T12:24:14.854" v="2701" actId="20577"/>
          <ac:spMkLst>
            <pc:docMk/>
            <pc:sldMk cId="1109227723" sldId="265"/>
            <ac:spMk id="3" creationId="{4C604856-BCAC-2FCB-C524-EDFBE9B0FE5A}"/>
          </ac:spMkLst>
        </pc:spChg>
        <pc:picChg chg="del mod">
          <ac:chgData name="BIKALPA REGMI" userId="1be02e1a-7b0c-468e-9339-07da1811078b" providerId="ADAL" clId="{1CE9D7E4-9464-4966-849D-30A038801CBB}" dt="2026-04-17T12:14:54.098" v="2317" actId="478"/>
          <ac:picMkLst>
            <pc:docMk/>
            <pc:sldMk cId="1109227723" sldId="265"/>
            <ac:picMk id="5" creationId="{75F97203-D224-BD15-D691-2C6CFCAB0BD6}"/>
          </ac:picMkLst>
        </pc:picChg>
        <pc:picChg chg="add mod">
          <ac:chgData name="BIKALPA REGMI" userId="1be02e1a-7b0c-468e-9339-07da1811078b" providerId="ADAL" clId="{1CE9D7E4-9464-4966-849D-30A038801CBB}" dt="2026-04-17T12:19:33.976" v="2321" actId="1076"/>
          <ac:picMkLst>
            <pc:docMk/>
            <pc:sldMk cId="1109227723" sldId="265"/>
            <ac:picMk id="6" creationId="{6B800E11-44AE-1C4F-87E8-DED4B0DF3ECE}"/>
          </ac:picMkLst>
        </pc:picChg>
      </pc:sldChg>
      <pc:sldChg chg="addSp delSp modSp add mod">
        <pc:chgData name="BIKALPA REGMI" userId="1be02e1a-7b0c-468e-9339-07da1811078b" providerId="ADAL" clId="{1CE9D7E4-9464-4966-849D-30A038801CBB}" dt="2026-04-17T12:26:43.133" v="3007" actId="20577"/>
        <pc:sldMkLst>
          <pc:docMk/>
          <pc:sldMk cId="1072282403" sldId="266"/>
        </pc:sldMkLst>
        <pc:spChg chg="mod">
          <ac:chgData name="BIKALPA REGMI" userId="1be02e1a-7b0c-468e-9339-07da1811078b" providerId="ADAL" clId="{1CE9D7E4-9464-4966-849D-30A038801CBB}" dt="2026-04-17T12:26:43.133" v="3007" actId="20577"/>
          <ac:spMkLst>
            <pc:docMk/>
            <pc:sldMk cId="1072282403" sldId="266"/>
            <ac:spMk id="2" creationId="{325281B8-1A39-53CC-7C6F-E857D1BAC115}"/>
          </ac:spMkLst>
        </pc:spChg>
        <pc:spChg chg="mod">
          <ac:chgData name="BIKALPA REGMI" userId="1be02e1a-7b0c-468e-9339-07da1811078b" providerId="ADAL" clId="{1CE9D7E4-9464-4966-849D-30A038801CBB}" dt="2026-04-17T12:26:19.341" v="2980" actId="20577"/>
          <ac:spMkLst>
            <pc:docMk/>
            <pc:sldMk cId="1072282403" sldId="266"/>
            <ac:spMk id="3" creationId="{4C604856-BCAC-2FCB-C524-EDFBE9B0FE5A}"/>
          </ac:spMkLst>
        </pc:spChg>
        <pc:picChg chg="add mod">
          <ac:chgData name="BIKALPA REGMI" userId="1be02e1a-7b0c-468e-9339-07da1811078b" providerId="ADAL" clId="{1CE9D7E4-9464-4966-849D-30A038801CBB}" dt="2026-04-17T12:24:46.453" v="2707" actId="1076"/>
          <ac:picMkLst>
            <pc:docMk/>
            <pc:sldMk cId="1072282403" sldId="266"/>
            <ac:picMk id="5" creationId="{D154C35D-A562-B377-AA5E-92861170B441}"/>
          </ac:picMkLst>
        </pc:picChg>
        <pc:picChg chg="del">
          <ac:chgData name="BIKALPA REGMI" userId="1be02e1a-7b0c-468e-9339-07da1811078b" providerId="ADAL" clId="{1CE9D7E4-9464-4966-849D-30A038801CBB}" dt="2026-04-17T12:24:31.957" v="2704" actId="478"/>
          <ac:picMkLst>
            <pc:docMk/>
            <pc:sldMk cId="1072282403" sldId="266"/>
            <ac:picMk id="6" creationId="{6B800E11-44AE-1C4F-87E8-DED4B0DF3ECE}"/>
          </ac:picMkLst>
        </pc:picChg>
      </pc:sldChg>
      <pc:sldChg chg="addSp delSp modSp add mod">
        <pc:chgData name="BIKALPA REGMI" userId="1be02e1a-7b0c-468e-9339-07da1811078b" providerId="ADAL" clId="{1CE9D7E4-9464-4966-849D-30A038801CBB}" dt="2026-04-17T12:37:47.361" v="3599" actId="20577"/>
        <pc:sldMkLst>
          <pc:docMk/>
          <pc:sldMk cId="1786384288" sldId="267"/>
        </pc:sldMkLst>
        <pc:spChg chg="mod">
          <ac:chgData name="BIKALPA REGMI" userId="1be02e1a-7b0c-468e-9339-07da1811078b" providerId="ADAL" clId="{1CE9D7E4-9464-4966-849D-30A038801CBB}" dt="2026-04-17T12:27:32.453" v="3025" actId="20577"/>
          <ac:spMkLst>
            <pc:docMk/>
            <pc:sldMk cId="1786384288" sldId="267"/>
            <ac:spMk id="2" creationId="{325281B8-1A39-53CC-7C6F-E857D1BAC115}"/>
          </ac:spMkLst>
        </pc:spChg>
        <pc:spChg chg="mod">
          <ac:chgData name="BIKALPA REGMI" userId="1be02e1a-7b0c-468e-9339-07da1811078b" providerId="ADAL" clId="{1CE9D7E4-9464-4966-849D-30A038801CBB}" dt="2026-04-17T12:37:47.361" v="3599" actId="20577"/>
          <ac:spMkLst>
            <pc:docMk/>
            <pc:sldMk cId="1786384288" sldId="267"/>
            <ac:spMk id="3" creationId="{4C604856-BCAC-2FCB-C524-EDFBE9B0FE5A}"/>
          </ac:spMkLst>
        </pc:spChg>
        <pc:picChg chg="add mod">
          <ac:chgData name="BIKALPA REGMI" userId="1be02e1a-7b0c-468e-9339-07da1811078b" providerId="ADAL" clId="{1CE9D7E4-9464-4966-849D-30A038801CBB}" dt="2026-04-17T12:27:22.116" v="3010" actId="1076"/>
          <ac:picMkLst>
            <pc:docMk/>
            <pc:sldMk cId="1786384288" sldId="267"/>
            <ac:picMk id="5" creationId="{31AF49A3-74DA-F7D8-0B98-7CDAE48D70D5}"/>
          </ac:picMkLst>
        </pc:picChg>
        <pc:picChg chg="del">
          <ac:chgData name="BIKALPA REGMI" userId="1be02e1a-7b0c-468e-9339-07da1811078b" providerId="ADAL" clId="{1CE9D7E4-9464-4966-849D-30A038801CBB}" dt="2026-04-17T12:27:18.020" v="3009" actId="478"/>
          <ac:picMkLst>
            <pc:docMk/>
            <pc:sldMk cId="1786384288" sldId="267"/>
            <ac:picMk id="6" creationId="{6B800E11-44AE-1C4F-87E8-DED4B0DF3ECE}"/>
          </ac:picMkLst>
        </pc:picChg>
      </pc:sldChg>
      <pc:sldChg chg="addSp delSp modSp add mod">
        <pc:chgData name="BIKALPA REGMI" userId="1be02e1a-7b0c-468e-9339-07da1811078b" providerId="ADAL" clId="{1CE9D7E4-9464-4966-849D-30A038801CBB}" dt="2026-04-17T12:42:46.558" v="3953" actId="20577"/>
        <pc:sldMkLst>
          <pc:docMk/>
          <pc:sldMk cId="1052420894" sldId="268"/>
        </pc:sldMkLst>
        <pc:spChg chg="mod">
          <ac:chgData name="BIKALPA REGMI" userId="1be02e1a-7b0c-468e-9339-07da1811078b" providerId="ADAL" clId="{1CE9D7E4-9464-4966-849D-30A038801CBB}" dt="2026-04-17T12:38:53.167" v="3623" actId="20577"/>
          <ac:spMkLst>
            <pc:docMk/>
            <pc:sldMk cId="1052420894" sldId="268"/>
            <ac:spMk id="2" creationId="{325281B8-1A39-53CC-7C6F-E857D1BAC115}"/>
          </ac:spMkLst>
        </pc:spChg>
        <pc:spChg chg="mod">
          <ac:chgData name="BIKALPA REGMI" userId="1be02e1a-7b0c-468e-9339-07da1811078b" providerId="ADAL" clId="{1CE9D7E4-9464-4966-849D-30A038801CBB}" dt="2026-04-17T12:42:46.558" v="3953" actId="20577"/>
          <ac:spMkLst>
            <pc:docMk/>
            <pc:sldMk cId="1052420894" sldId="268"/>
            <ac:spMk id="3" creationId="{4C604856-BCAC-2FCB-C524-EDFBE9B0FE5A}"/>
          </ac:spMkLst>
        </pc:spChg>
        <pc:picChg chg="del">
          <ac:chgData name="BIKALPA REGMI" userId="1be02e1a-7b0c-468e-9339-07da1811078b" providerId="ADAL" clId="{1CE9D7E4-9464-4966-849D-30A038801CBB}" dt="2026-04-17T12:38:12.224" v="3601" actId="478"/>
          <ac:picMkLst>
            <pc:docMk/>
            <pc:sldMk cId="1052420894" sldId="268"/>
            <ac:picMk id="5" creationId="{31AF49A3-74DA-F7D8-0B98-7CDAE48D70D5}"/>
          </ac:picMkLst>
        </pc:picChg>
        <pc:picChg chg="add mod">
          <ac:chgData name="BIKALPA REGMI" userId="1be02e1a-7b0c-468e-9339-07da1811078b" providerId="ADAL" clId="{1CE9D7E4-9464-4966-849D-30A038801CBB}" dt="2026-04-17T12:38:29.048" v="3605" actId="1076"/>
          <ac:picMkLst>
            <pc:docMk/>
            <pc:sldMk cId="1052420894" sldId="268"/>
            <ac:picMk id="6" creationId="{0BD721DA-AE10-96C5-AC5D-B804A4ADCB0C}"/>
          </ac:picMkLst>
        </pc:picChg>
      </pc:sldChg>
      <pc:sldChg chg="addSp delSp modSp add mod">
        <pc:chgData name="BIKALPA REGMI" userId="1be02e1a-7b0c-468e-9339-07da1811078b" providerId="ADAL" clId="{1CE9D7E4-9464-4966-849D-30A038801CBB}" dt="2026-04-17T16:06:13.117" v="4897" actId="20577"/>
        <pc:sldMkLst>
          <pc:docMk/>
          <pc:sldMk cId="3116373403" sldId="269"/>
        </pc:sldMkLst>
        <pc:spChg chg="mod">
          <ac:chgData name="BIKALPA REGMI" userId="1be02e1a-7b0c-468e-9339-07da1811078b" providerId="ADAL" clId="{1CE9D7E4-9464-4966-849D-30A038801CBB}" dt="2026-04-17T12:43:35.952" v="3989" actId="27636"/>
          <ac:spMkLst>
            <pc:docMk/>
            <pc:sldMk cId="3116373403" sldId="269"/>
            <ac:spMk id="2" creationId="{325281B8-1A39-53CC-7C6F-E857D1BAC115}"/>
          </ac:spMkLst>
        </pc:spChg>
        <pc:spChg chg="mod">
          <ac:chgData name="BIKALPA REGMI" userId="1be02e1a-7b0c-468e-9339-07da1811078b" providerId="ADAL" clId="{1CE9D7E4-9464-4966-849D-30A038801CBB}" dt="2026-04-17T16:06:13.117" v="4897" actId="20577"/>
          <ac:spMkLst>
            <pc:docMk/>
            <pc:sldMk cId="3116373403" sldId="269"/>
            <ac:spMk id="3" creationId="{4C604856-BCAC-2FCB-C524-EDFBE9B0FE5A}"/>
          </ac:spMkLst>
        </pc:spChg>
        <pc:picChg chg="add mod">
          <ac:chgData name="BIKALPA REGMI" userId="1be02e1a-7b0c-468e-9339-07da1811078b" providerId="ADAL" clId="{1CE9D7E4-9464-4966-849D-30A038801CBB}" dt="2026-04-17T12:43:58.229" v="3995" actId="1076"/>
          <ac:picMkLst>
            <pc:docMk/>
            <pc:sldMk cId="3116373403" sldId="269"/>
            <ac:picMk id="5" creationId="{4FBF692E-5C84-1F70-74AE-B40B791BD012}"/>
          </ac:picMkLst>
        </pc:picChg>
        <pc:picChg chg="del">
          <ac:chgData name="BIKALPA REGMI" userId="1be02e1a-7b0c-468e-9339-07da1811078b" providerId="ADAL" clId="{1CE9D7E4-9464-4966-849D-30A038801CBB}" dt="2026-04-17T12:43:39.405" v="3990" actId="478"/>
          <ac:picMkLst>
            <pc:docMk/>
            <pc:sldMk cId="3116373403" sldId="269"/>
            <ac:picMk id="6" creationId="{0BD721DA-AE10-96C5-AC5D-B804A4ADCB0C}"/>
          </ac:picMkLst>
        </pc:picChg>
      </pc:sldChg>
      <pc:sldChg chg="addSp delSp modSp add mod">
        <pc:chgData name="BIKALPA REGMI" userId="1be02e1a-7b0c-468e-9339-07da1811078b" providerId="ADAL" clId="{1CE9D7E4-9464-4966-849D-30A038801CBB}" dt="2026-04-17T12:48:12.476" v="4427" actId="20577"/>
        <pc:sldMkLst>
          <pc:docMk/>
          <pc:sldMk cId="2140870483" sldId="270"/>
        </pc:sldMkLst>
        <pc:spChg chg="mod">
          <ac:chgData name="BIKALPA REGMI" userId="1be02e1a-7b0c-468e-9339-07da1811078b" providerId="ADAL" clId="{1CE9D7E4-9464-4966-849D-30A038801CBB}" dt="2026-04-17T12:47:13.316" v="4281" actId="20577"/>
          <ac:spMkLst>
            <pc:docMk/>
            <pc:sldMk cId="2140870483" sldId="270"/>
            <ac:spMk id="2" creationId="{325281B8-1A39-53CC-7C6F-E857D1BAC115}"/>
          </ac:spMkLst>
        </pc:spChg>
        <pc:spChg chg="mod">
          <ac:chgData name="BIKALPA REGMI" userId="1be02e1a-7b0c-468e-9339-07da1811078b" providerId="ADAL" clId="{1CE9D7E4-9464-4966-849D-30A038801CBB}" dt="2026-04-17T12:48:12.476" v="4427" actId="20577"/>
          <ac:spMkLst>
            <pc:docMk/>
            <pc:sldMk cId="2140870483" sldId="270"/>
            <ac:spMk id="3" creationId="{4C604856-BCAC-2FCB-C524-EDFBE9B0FE5A}"/>
          </ac:spMkLst>
        </pc:spChg>
        <pc:picChg chg="del">
          <ac:chgData name="BIKALPA REGMI" userId="1be02e1a-7b0c-468e-9339-07da1811078b" providerId="ADAL" clId="{1CE9D7E4-9464-4966-849D-30A038801CBB}" dt="2026-04-17T12:46:41.444" v="4259" actId="478"/>
          <ac:picMkLst>
            <pc:docMk/>
            <pc:sldMk cId="2140870483" sldId="270"/>
            <ac:picMk id="5" creationId="{4FBF692E-5C84-1F70-74AE-B40B791BD012}"/>
          </ac:picMkLst>
        </pc:picChg>
        <pc:picChg chg="add mod">
          <ac:chgData name="BIKALPA REGMI" userId="1be02e1a-7b0c-468e-9339-07da1811078b" providerId="ADAL" clId="{1CE9D7E4-9464-4966-849D-30A038801CBB}" dt="2026-04-17T12:46:50.196" v="4261" actId="1076"/>
          <ac:picMkLst>
            <pc:docMk/>
            <pc:sldMk cId="2140870483" sldId="270"/>
            <ac:picMk id="6" creationId="{3BDFA912-39FE-375B-F54E-97227A570E33}"/>
          </ac:picMkLst>
        </pc:picChg>
      </pc:sldChg>
      <pc:sldChg chg="addSp delSp modSp add mod">
        <pc:chgData name="BIKALPA REGMI" userId="1be02e1a-7b0c-468e-9339-07da1811078b" providerId="ADAL" clId="{1CE9D7E4-9464-4966-849D-30A038801CBB}" dt="2026-04-17T12:51:16.434" v="4735" actId="20577"/>
        <pc:sldMkLst>
          <pc:docMk/>
          <pc:sldMk cId="4146182839" sldId="271"/>
        </pc:sldMkLst>
        <pc:spChg chg="mod">
          <ac:chgData name="BIKALPA REGMI" userId="1be02e1a-7b0c-468e-9339-07da1811078b" providerId="ADAL" clId="{1CE9D7E4-9464-4966-849D-30A038801CBB}" dt="2026-04-17T12:51:16.434" v="4735" actId="20577"/>
          <ac:spMkLst>
            <pc:docMk/>
            <pc:sldMk cId="4146182839" sldId="271"/>
            <ac:spMk id="3" creationId="{4C604856-BCAC-2FCB-C524-EDFBE9B0FE5A}"/>
          </ac:spMkLst>
        </pc:spChg>
        <pc:picChg chg="add mod">
          <ac:chgData name="BIKALPA REGMI" userId="1be02e1a-7b0c-468e-9339-07da1811078b" providerId="ADAL" clId="{1CE9D7E4-9464-4966-849D-30A038801CBB}" dt="2026-04-17T12:48:44.467" v="4431" actId="1076"/>
          <ac:picMkLst>
            <pc:docMk/>
            <pc:sldMk cId="4146182839" sldId="271"/>
            <ac:picMk id="5" creationId="{A8DAA85D-243D-2F53-F88D-89FBDC9E8206}"/>
          </ac:picMkLst>
        </pc:picChg>
        <pc:picChg chg="del">
          <ac:chgData name="BIKALPA REGMI" userId="1be02e1a-7b0c-468e-9339-07da1811078b" providerId="ADAL" clId="{1CE9D7E4-9464-4966-849D-30A038801CBB}" dt="2026-04-17T12:48:34.916" v="4429" actId="478"/>
          <ac:picMkLst>
            <pc:docMk/>
            <pc:sldMk cId="4146182839" sldId="271"/>
            <ac:picMk id="6" creationId="{3BDFA912-39FE-375B-F54E-97227A570E33}"/>
          </ac:picMkLst>
        </pc:picChg>
      </pc:sldChg>
      <pc:sldChg chg="addSp delSp modSp add mod">
        <pc:chgData name="BIKALPA REGMI" userId="1be02e1a-7b0c-468e-9339-07da1811078b" providerId="ADAL" clId="{1CE9D7E4-9464-4966-849D-30A038801CBB}" dt="2026-04-17T12:55:40.908" v="4875" actId="255"/>
        <pc:sldMkLst>
          <pc:docMk/>
          <pc:sldMk cId="1194035966" sldId="272"/>
        </pc:sldMkLst>
        <pc:spChg chg="mod">
          <ac:chgData name="BIKALPA REGMI" userId="1be02e1a-7b0c-468e-9339-07da1811078b" providerId="ADAL" clId="{1CE9D7E4-9464-4966-849D-30A038801CBB}" dt="2026-04-17T12:51:45.971" v="4750" actId="20577"/>
          <ac:spMkLst>
            <pc:docMk/>
            <pc:sldMk cId="1194035966" sldId="272"/>
            <ac:spMk id="2" creationId="{325281B8-1A39-53CC-7C6F-E857D1BAC115}"/>
          </ac:spMkLst>
        </pc:spChg>
        <pc:spChg chg="mod">
          <ac:chgData name="BIKALPA REGMI" userId="1be02e1a-7b0c-468e-9339-07da1811078b" providerId="ADAL" clId="{1CE9D7E4-9464-4966-849D-30A038801CBB}" dt="2026-04-17T12:55:40.908" v="4875" actId="255"/>
          <ac:spMkLst>
            <pc:docMk/>
            <pc:sldMk cId="1194035966" sldId="272"/>
            <ac:spMk id="3" creationId="{4C604856-BCAC-2FCB-C524-EDFBE9B0FE5A}"/>
          </ac:spMkLst>
        </pc:spChg>
        <pc:spChg chg="add del">
          <ac:chgData name="BIKALPA REGMI" userId="1be02e1a-7b0c-468e-9339-07da1811078b" providerId="ADAL" clId="{1CE9D7E4-9464-4966-849D-30A038801CBB}" dt="2026-04-17T12:54:21.505" v="4853"/>
          <ac:spMkLst>
            <pc:docMk/>
            <pc:sldMk cId="1194035966" sldId="272"/>
            <ac:spMk id="4" creationId="{1EDF4642-B928-04BD-2DA4-C487F0D523AD}"/>
          </ac:spMkLst>
        </pc:spChg>
        <pc:spChg chg="add del">
          <ac:chgData name="BIKALPA REGMI" userId="1be02e1a-7b0c-468e-9339-07da1811078b" providerId="ADAL" clId="{1CE9D7E4-9464-4966-849D-30A038801CBB}" dt="2026-04-17T12:54:24.587" v="4855"/>
          <ac:spMkLst>
            <pc:docMk/>
            <pc:sldMk cId="1194035966" sldId="272"/>
            <ac:spMk id="6" creationId="{520774FD-0820-5626-2DC1-AE52652B0A89}"/>
          </ac:spMkLst>
        </pc:spChg>
        <pc:spChg chg="add del">
          <ac:chgData name="BIKALPA REGMI" userId="1be02e1a-7b0c-468e-9339-07da1811078b" providerId="ADAL" clId="{1CE9D7E4-9464-4966-849D-30A038801CBB}" dt="2026-04-17T12:54:28.882" v="4858"/>
          <ac:spMkLst>
            <pc:docMk/>
            <pc:sldMk cId="1194035966" sldId="272"/>
            <ac:spMk id="7" creationId="{4CC7AD0F-0339-03F8-DD07-8E09FB648696}"/>
          </ac:spMkLst>
        </pc:spChg>
        <pc:picChg chg="del">
          <ac:chgData name="BIKALPA REGMI" userId="1be02e1a-7b0c-468e-9339-07da1811078b" providerId="ADAL" clId="{1CE9D7E4-9464-4966-849D-30A038801CBB}" dt="2026-04-17T12:51:53.266" v="4751" actId="478"/>
          <ac:picMkLst>
            <pc:docMk/>
            <pc:sldMk cId="1194035966" sldId="272"/>
            <ac:picMk id="5" creationId="{A8DAA85D-243D-2F53-F88D-89FBDC9E8206}"/>
          </ac:picMkLst>
        </pc:picChg>
      </pc:sldChg>
      <pc:sldChg chg="modSp add mod">
        <pc:chgData name="BIKALPA REGMI" userId="1be02e1a-7b0c-468e-9339-07da1811078b" providerId="ADAL" clId="{1CE9D7E4-9464-4966-849D-30A038801CBB}" dt="2026-04-17T12:57:24.363" v="4896" actId="255"/>
        <pc:sldMkLst>
          <pc:docMk/>
          <pc:sldMk cId="2973066231" sldId="273"/>
        </pc:sldMkLst>
        <pc:spChg chg="mod">
          <ac:chgData name="BIKALPA REGMI" userId="1be02e1a-7b0c-468e-9339-07da1811078b" providerId="ADAL" clId="{1CE9D7E4-9464-4966-849D-30A038801CBB}" dt="2026-04-17T12:56:26.254" v="4886" actId="20577"/>
          <ac:spMkLst>
            <pc:docMk/>
            <pc:sldMk cId="2973066231" sldId="273"/>
            <ac:spMk id="2" creationId="{325281B8-1A39-53CC-7C6F-E857D1BAC115}"/>
          </ac:spMkLst>
        </pc:spChg>
        <pc:spChg chg="mod">
          <ac:chgData name="BIKALPA REGMI" userId="1be02e1a-7b0c-468e-9339-07da1811078b" providerId="ADAL" clId="{1CE9D7E4-9464-4966-849D-30A038801CBB}" dt="2026-04-17T12:57:24.363" v="4896" actId="255"/>
          <ac:spMkLst>
            <pc:docMk/>
            <pc:sldMk cId="2973066231" sldId="273"/>
            <ac:spMk id="3" creationId="{4C604856-BCAC-2FCB-C524-EDFBE9B0FE5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18BFCC-44C4-4917-AA14-3C9E64C54FEB}"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1153160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18BFCC-44C4-4917-AA14-3C9E64C54FEB}"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3288756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18BFCC-44C4-4917-AA14-3C9E64C54FEB}"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218085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18BFCC-44C4-4917-AA14-3C9E64C54FEB}"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1540318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18BFCC-44C4-4917-AA14-3C9E64C54FEB}"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1327033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18BFCC-44C4-4917-AA14-3C9E64C54FEB}"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228246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18BFCC-44C4-4917-AA14-3C9E64C54FEB}"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844450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18BFCC-44C4-4917-AA14-3C9E64C54FEB}"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135552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18BFCC-44C4-4917-AA14-3C9E64C54FEB}"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3107456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18BFCC-44C4-4917-AA14-3C9E64C54FEB}"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3633368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18BFCC-44C4-4917-AA14-3C9E64C54FEB}"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39573730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18BFCC-44C4-4917-AA14-3C9E64C54FEB}"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001D6A-9657-4516-A025-CF168B759966}"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36018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18BFCC-44C4-4917-AA14-3C9E64C54FEB}"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3753689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918BFCC-44C4-4917-AA14-3C9E64C54FEB}"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2764255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918BFCC-44C4-4917-AA14-3C9E64C54FEB}"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2451824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18BFCC-44C4-4917-AA14-3C9E64C54FEB}"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39817786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18BFCC-44C4-4917-AA14-3C9E64C54FEB}"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001D6A-9657-4516-A025-CF168B759966}" type="slidenum">
              <a:rPr lang="en-US" smtClean="0"/>
              <a:t>‹#›</a:t>
            </a:fld>
            <a:endParaRPr lang="en-US"/>
          </a:p>
        </p:txBody>
      </p:sp>
    </p:spTree>
    <p:extLst>
      <p:ext uri="{BB962C8B-B14F-4D97-AF65-F5344CB8AC3E}">
        <p14:creationId xmlns:p14="http://schemas.microsoft.com/office/powerpoint/2010/main" val="23875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F918BFCC-44C4-4917-AA14-3C9E64C54FEB}" type="datetimeFigureOut">
              <a:rPr lang="en-US" smtClean="0"/>
              <a:t>4/17/2026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0001D6A-9657-4516-A025-CF168B759966}" type="slidenum">
              <a:rPr lang="en-US" smtClean="0"/>
              <a:t>‹#›</a:t>
            </a:fld>
            <a:endParaRPr lang="en-US"/>
          </a:p>
        </p:txBody>
      </p:sp>
    </p:spTree>
    <p:extLst>
      <p:ext uri="{BB962C8B-B14F-4D97-AF65-F5344CB8AC3E}">
        <p14:creationId xmlns:p14="http://schemas.microsoft.com/office/powerpoint/2010/main" val="3471378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datasets/anikannal/solar-power-generation-data?select=Plant_1_Weather_Sensor_Data.csv"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p:txBody>
          <a:bodyPr/>
          <a:lstStyle/>
          <a:p>
            <a:r>
              <a:rPr lang="en-US" dirty="0"/>
              <a:t>Solar Power Plant Performance &amp; Fault Analysis Project</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1595269" y="4296305"/>
            <a:ext cx="9001462" cy="1655762"/>
          </a:xfrm>
        </p:spPr>
        <p:txBody>
          <a:bodyPr>
            <a:normAutofit/>
          </a:bodyPr>
          <a:lstStyle/>
          <a:p>
            <a:pPr algn="r"/>
            <a:r>
              <a:rPr lang="en-US" sz="1600" dirty="0"/>
              <a:t>-</a:t>
            </a:r>
            <a:r>
              <a:rPr lang="en-US" sz="1600" dirty="0" err="1"/>
              <a:t>Bikalpa</a:t>
            </a:r>
            <a:r>
              <a:rPr lang="en-US" sz="1600" dirty="0"/>
              <a:t> </a:t>
            </a:r>
            <a:r>
              <a:rPr lang="en-US" sz="1600" dirty="0" err="1"/>
              <a:t>Regmi</a:t>
            </a:r>
            <a:r>
              <a:rPr lang="en-US" sz="1600" dirty="0"/>
              <a:t> </a:t>
            </a:r>
          </a:p>
          <a:p>
            <a:pPr algn="r"/>
            <a:r>
              <a:rPr lang="en-US" sz="1600" dirty="0"/>
              <a:t>-</a:t>
            </a:r>
            <a:r>
              <a:rPr lang="en-US" sz="1600" dirty="0" err="1"/>
              <a:t>Nasib</a:t>
            </a:r>
            <a:r>
              <a:rPr lang="en-US" sz="1600" dirty="0"/>
              <a:t> </a:t>
            </a:r>
            <a:r>
              <a:rPr lang="en-US" sz="1600" dirty="0" err="1"/>
              <a:t>Bartaula</a:t>
            </a:r>
            <a:endParaRPr lang="en-US" sz="1600" dirty="0"/>
          </a:p>
        </p:txBody>
      </p:sp>
    </p:spTree>
    <p:extLst>
      <p:ext uri="{BB962C8B-B14F-4D97-AF65-F5344CB8AC3E}">
        <p14:creationId xmlns:p14="http://schemas.microsoft.com/office/powerpoint/2010/main" val="442274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lstStyle/>
          <a:p>
            <a:r>
              <a:rPr lang="en-US" dirty="0"/>
              <a:t>Executive Summary</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algn="l"/>
            <a:r>
              <a:rPr lang="en-US" dirty="0"/>
              <a:t>- </a:t>
            </a:r>
            <a:r>
              <a:rPr lang="en-US" dirty="0">
                <a:effectLst/>
              </a:rPr>
              <a:t>This report analyzes performance, fault, risk, efficiency and impact of environment on solar power plant data. Solar plant performance is primarily influenced by time-based patterns, fault occurrences, and environmental conditions.</a:t>
            </a:r>
          </a:p>
          <a:p>
            <a:pPr algn="l"/>
            <a:endParaRPr lang="en-US" dirty="0"/>
          </a:p>
          <a:p>
            <a:pPr algn="l"/>
            <a:r>
              <a:rPr lang="en-US" dirty="0"/>
              <a:t>- The core objective of this report is to help identify underperforming solar units and assist in predicting fault-prone conditions. To support data-driven maintenance and operational decisions the project use EDA tools such as Pandas, SQL and BI tool </a:t>
            </a:r>
            <a:r>
              <a:rPr lang="en-US" dirty="0" err="1"/>
              <a:t>PowerBI</a:t>
            </a:r>
            <a:r>
              <a:rPr lang="en-US" dirty="0"/>
              <a:t>.</a:t>
            </a:r>
          </a:p>
        </p:txBody>
      </p:sp>
    </p:spTree>
    <p:extLst>
      <p:ext uri="{BB962C8B-B14F-4D97-AF65-F5344CB8AC3E}">
        <p14:creationId xmlns:p14="http://schemas.microsoft.com/office/powerpoint/2010/main" val="2899581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lstStyle/>
          <a:p>
            <a:r>
              <a:rPr lang="en-US" dirty="0"/>
              <a:t>Key Findings</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marL="342900" indent="-342900" algn="l">
              <a:buFontTx/>
              <a:buChar char="-"/>
            </a:pPr>
            <a:r>
              <a:rPr lang="en-US" dirty="0"/>
              <a:t>There are total of 68 fault panels and 2 of them probably are on verge of being damaged.</a:t>
            </a:r>
          </a:p>
          <a:p>
            <a:pPr marL="342900" indent="-342900" algn="l">
              <a:buFontTx/>
              <a:buChar char="-"/>
            </a:pPr>
            <a:r>
              <a:rPr lang="en-US" dirty="0"/>
              <a:t>The conversion of DC to AC power is strongly efficient.</a:t>
            </a:r>
          </a:p>
          <a:p>
            <a:pPr marL="342900" indent="-342900" algn="l">
              <a:buFontTx/>
              <a:buChar char="-"/>
            </a:pPr>
            <a:r>
              <a:rPr lang="en-US" dirty="0"/>
              <a:t>The faults occurs mainly on peak afternoon (12pm-3pm).</a:t>
            </a:r>
          </a:p>
          <a:p>
            <a:pPr marL="342900" indent="-342900" algn="l">
              <a:buFontTx/>
              <a:buChar char="-"/>
            </a:pPr>
            <a:r>
              <a:rPr lang="en-US" dirty="0"/>
              <a:t>The performance ratio stayed average around 20-25% throughout month.</a:t>
            </a:r>
          </a:p>
          <a:p>
            <a:pPr marL="342900" indent="-342900" algn="l">
              <a:buFontTx/>
              <a:buChar char="-"/>
            </a:pPr>
            <a:r>
              <a:rPr lang="en-US" dirty="0"/>
              <a:t>The performance peaked at peak afternoon at 11pm-1pm.</a:t>
            </a:r>
          </a:p>
          <a:p>
            <a:pPr marL="342900" indent="-342900" algn="l">
              <a:buFontTx/>
              <a:buChar char="-"/>
            </a:pPr>
            <a:r>
              <a:rPr lang="en-US" dirty="0"/>
              <a:t>The module temperature and performance were highly correlated.</a:t>
            </a:r>
          </a:p>
          <a:p>
            <a:pPr marL="342900" indent="-342900" algn="l">
              <a:buFontTx/>
              <a:buChar char="-"/>
            </a:pPr>
            <a:r>
              <a:rPr lang="en-US" dirty="0"/>
              <a:t>The overall </a:t>
            </a:r>
            <a:r>
              <a:rPr lang="en-US" dirty="0" err="1"/>
              <a:t>DC_Power</a:t>
            </a:r>
            <a:r>
              <a:rPr lang="en-US" dirty="0"/>
              <a:t> and Performance performed well in high </a:t>
            </a:r>
            <a:r>
              <a:rPr lang="en-US" dirty="0" err="1"/>
              <a:t>irridation</a:t>
            </a:r>
            <a:r>
              <a:rPr lang="en-US" dirty="0"/>
              <a:t> despite some panel being fault.</a:t>
            </a:r>
          </a:p>
        </p:txBody>
      </p:sp>
    </p:spTree>
    <p:extLst>
      <p:ext uri="{BB962C8B-B14F-4D97-AF65-F5344CB8AC3E}">
        <p14:creationId xmlns:p14="http://schemas.microsoft.com/office/powerpoint/2010/main" val="1216572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lstStyle/>
          <a:p>
            <a:r>
              <a:rPr lang="en-US" dirty="0"/>
              <a:t>Data Overview</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marL="342900" indent="-342900" algn="l">
              <a:buFontTx/>
              <a:buChar char="-"/>
            </a:pPr>
            <a:r>
              <a:rPr lang="en-US" dirty="0"/>
              <a:t>Source of data:  </a:t>
            </a:r>
            <a:r>
              <a:rPr lang="en-US" b="1" i="0" dirty="0">
                <a:solidFill>
                  <a:schemeClr val="tx1">
                    <a:lumMod val="95000"/>
                  </a:schemeClr>
                </a:solidFill>
                <a:effectLst/>
                <a:latin typeface="zeitung"/>
              </a:rPr>
              <a:t>Solar Power Generation Data</a:t>
            </a:r>
          </a:p>
          <a:p>
            <a:pPr algn="l"/>
            <a:r>
              <a:rPr lang="en-US" dirty="0"/>
              <a:t>(</a:t>
            </a:r>
            <a:r>
              <a:rPr lang="en-US" dirty="0">
                <a:hlinkClick r:id="rId2"/>
              </a:rPr>
              <a:t>https://www.kaggle.com/datasets/anikannal/solar-power-generation-data?select=Plant_1_Weather_Sensor_Data.csv</a:t>
            </a:r>
            <a:r>
              <a:rPr lang="en-US" dirty="0"/>
              <a:t>)</a:t>
            </a:r>
          </a:p>
          <a:p>
            <a:pPr algn="l"/>
            <a:endParaRPr lang="en-US" dirty="0"/>
          </a:p>
          <a:p>
            <a:pPr marL="342900" indent="-342900" algn="l">
              <a:buFontTx/>
              <a:buChar char="-"/>
            </a:pPr>
            <a:r>
              <a:rPr lang="en-US" dirty="0"/>
              <a:t>Source of PDF:  Huawei SUN2000 for Scraping</a:t>
            </a:r>
          </a:p>
          <a:p>
            <a:pPr algn="l"/>
            <a:r>
              <a:rPr lang="en-US" dirty="0"/>
              <a:t>(https://solar.huawei.com/download?p=%2F-%2Fmedia%2FSolarV4%2Fsolar-version2%2Fmiddle-east-africa%2Fma%2Fprofessionals%2Fall-products%2FUtility-Smart-PV%2Fsmart-pv-controller%2FSUN2000-200KTL-H2%2FSUN2000-200KTL-H2-Datasheet-20230822.pdf)</a:t>
            </a:r>
          </a:p>
        </p:txBody>
      </p:sp>
    </p:spTree>
    <p:extLst>
      <p:ext uri="{BB962C8B-B14F-4D97-AF65-F5344CB8AC3E}">
        <p14:creationId xmlns:p14="http://schemas.microsoft.com/office/powerpoint/2010/main" val="847618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lstStyle/>
          <a:p>
            <a:r>
              <a:rPr lang="en-US" dirty="0"/>
              <a:t>Data Overview</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marL="342900" indent="-342900" algn="l">
              <a:buFontTx/>
              <a:buChar char="-"/>
            </a:pPr>
            <a:r>
              <a:rPr lang="en-US" dirty="0"/>
              <a:t>Key Columns -: </a:t>
            </a:r>
            <a:r>
              <a:rPr lang="en-US" sz="1800" b="0" i="0" u="none" strike="noStrike" dirty="0">
                <a:effectLst/>
                <a:latin typeface="Calibri" panose="020F0502020204030204" pitchFamily="34" charset="0"/>
              </a:rPr>
              <a:t>DATE_TIME,</a:t>
            </a:r>
            <a:r>
              <a:rPr lang="en-US" dirty="0"/>
              <a:t> </a:t>
            </a:r>
            <a:r>
              <a:rPr lang="en-US" sz="1800" b="0" i="0" u="none" strike="noStrike" dirty="0" err="1">
                <a:effectLst/>
                <a:latin typeface="Calibri" panose="020F0502020204030204" pitchFamily="34" charset="0"/>
              </a:rPr>
              <a:t>SOURCE_KEY_x</a:t>
            </a:r>
            <a:r>
              <a:rPr lang="en-US" sz="1800" b="0" i="0" u="none" strike="noStrike" dirty="0">
                <a:effectLst/>
                <a:latin typeface="Calibri" panose="020F0502020204030204" pitchFamily="34" charset="0"/>
              </a:rPr>
              <a:t>,</a:t>
            </a:r>
            <a:r>
              <a:rPr lang="en-US" dirty="0"/>
              <a:t> </a:t>
            </a:r>
            <a:r>
              <a:rPr lang="en-US" sz="1800" b="0" i="0" u="none" strike="noStrike" dirty="0">
                <a:effectLst/>
                <a:latin typeface="Calibri" panose="020F0502020204030204" pitchFamily="34" charset="0"/>
              </a:rPr>
              <a:t>DC_POWER,</a:t>
            </a:r>
            <a:r>
              <a:rPr lang="en-US" dirty="0"/>
              <a:t> </a:t>
            </a:r>
            <a:r>
              <a:rPr lang="en-US" sz="1800" b="0" i="0" u="none" strike="noStrike" dirty="0">
                <a:effectLst/>
                <a:latin typeface="Calibri" panose="020F0502020204030204" pitchFamily="34" charset="0"/>
              </a:rPr>
              <a:t>AC_POWER,</a:t>
            </a:r>
            <a:r>
              <a:rPr lang="en-US" dirty="0"/>
              <a:t> </a:t>
            </a:r>
            <a:r>
              <a:rPr lang="en-US" sz="1800" b="0" i="0" u="none" strike="noStrike" dirty="0">
                <a:effectLst/>
                <a:latin typeface="Calibri" panose="020F0502020204030204" pitchFamily="34" charset="0"/>
              </a:rPr>
              <a:t>DAILY_YIELD,</a:t>
            </a:r>
            <a:r>
              <a:rPr lang="en-US" dirty="0"/>
              <a:t> </a:t>
            </a:r>
            <a:r>
              <a:rPr lang="en-US" sz="1800" b="0" i="0" u="none" strike="noStrike" dirty="0">
                <a:effectLst/>
                <a:latin typeface="Calibri" panose="020F0502020204030204" pitchFamily="34" charset="0"/>
              </a:rPr>
              <a:t>TOTAL_YIELD,</a:t>
            </a:r>
            <a:r>
              <a:rPr lang="en-US" dirty="0"/>
              <a:t> </a:t>
            </a:r>
            <a:r>
              <a:rPr lang="en-US" sz="1800" b="0" i="0" u="none" strike="noStrike" dirty="0">
                <a:effectLst/>
                <a:latin typeface="Calibri" panose="020F0502020204030204" pitchFamily="34" charset="0"/>
              </a:rPr>
              <a:t>AMBIENT_TEMPERATURE,</a:t>
            </a:r>
            <a:r>
              <a:rPr lang="en-US" dirty="0"/>
              <a:t> </a:t>
            </a:r>
            <a:r>
              <a:rPr lang="en-US" sz="1800" b="0" i="0" u="none" strike="noStrike" dirty="0">
                <a:effectLst/>
                <a:latin typeface="Calibri" panose="020F0502020204030204" pitchFamily="34" charset="0"/>
              </a:rPr>
              <a:t>MODULE_TEMPERATURE,</a:t>
            </a:r>
            <a:r>
              <a:rPr lang="en-US" dirty="0"/>
              <a:t> </a:t>
            </a:r>
            <a:r>
              <a:rPr lang="en-US" sz="1800" b="0" i="0" u="none" strike="noStrike" dirty="0">
                <a:effectLst/>
                <a:latin typeface="Calibri" panose="020F0502020204030204" pitchFamily="34" charset="0"/>
              </a:rPr>
              <a:t>IRRADIATION,</a:t>
            </a:r>
            <a:r>
              <a:rPr lang="en-US" dirty="0"/>
              <a:t> </a:t>
            </a:r>
            <a:r>
              <a:rPr lang="en-US" sz="1800" b="0" i="0" u="none" strike="noStrike" dirty="0" err="1">
                <a:effectLst/>
                <a:latin typeface="Calibri" panose="020F0502020204030204" pitchFamily="34" charset="0"/>
              </a:rPr>
              <a:t>isfault</a:t>
            </a:r>
            <a:r>
              <a:rPr lang="en-US" sz="1800" b="0" i="0" u="none" strike="noStrike" dirty="0">
                <a:effectLst/>
                <a:latin typeface="Calibri" panose="020F0502020204030204" pitchFamily="34" charset="0"/>
              </a:rPr>
              <a:t>,</a:t>
            </a:r>
            <a:r>
              <a:rPr lang="en-US" dirty="0"/>
              <a:t> </a:t>
            </a:r>
            <a:r>
              <a:rPr lang="en-US" sz="1800" b="0" i="0" u="none" strike="noStrike" dirty="0" err="1">
                <a:effectLst/>
                <a:latin typeface="Calibri" panose="020F0502020204030204" pitchFamily="34" charset="0"/>
              </a:rPr>
              <a:t>fault_severity</a:t>
            </a:r>
            <a:r>
              <a:rPr lang="en-US" sz="1800" b="0" i="0" u="none" strike="noStrike" dirty="0">
                <a:effectLst/>
                <a:latin typeface="Calibri" panose="020F0502020204030204" pitchFamily="34" charset="0"/>
              </a:rPr>
              <a:t>,</a:t>
            </a:r>
            <a:r>
              <a:rPr lang="en-US" dirty="0"/>
              <a:t> </a:t>
            </a:r>
            <a:r>
              <a:rPr lang="en-US" sz="1800" b="0" i="0" u="none" strike="noStrike" dirty="0" err="1">
                <a:effectLst/>
                <a:latin typeface="Calibri" panose="020F0502020204030204" pitchFamily="34" charset="0"/>
              </a:rPr>
              <a:t>Performance_Ratio</a:t>
            </a:r>
            <a:endParaRPr lang="en-US" sz="1800" b="0" i="0" u="none" strike="noStrike" dirty="0">
              <a:effectLst/>
              <a:latin typeface="Calibri" panose="020F0502020204030204" pitchFamily="34" charset="0"/>
            </a:endParaRPr>
          </a:p>
          <a:p>
            <a:pPr marL="342900" indent="-342900" algn="l">
              <a:buFontTx/>
              <a:buChar char="-"/>
            </a:pPr>
            <a:endParaRPr lang="en-US" sz="1800" dirty="0">
              <a:effectLst/>
              <a:latin typeface="Calibri" panose="020F0502020204030204" pitchFamily="34" charset="0"/>
            </a:endParaRPr>
          </a:p>
          <a:p>
            <a:pPr marL="342900" indent="-342900" algn="l">
              <a:buFontTx/>
              <a:buChar char="-"/>
            </a:pPr>
            <a:r>
              <a:rPr lang="en-US" sz="2800" dirty="0">
                <a:effectLst/>
                <a:latin typeface="Calibri" panose="020F0502020204030204" pitchFamily="34" charset="0"/>
              </a:rPr>
              <a:t>Tools Used -:</a:t>
            </a:r>
            <a:r>
              <a:rPr lang="en-US" sz="2800" dirty="0"/>
              <a:t> </a:t>
            </a:r>
          </a:p>
          <a:p>
            <a:pPr marL="2171700" lvl="4" indent="-342900" algn="l">
              <a:buFontTx/>
              <a:buChar char="-"/>
            </a:pPr>
            <a:r>
              <a:rPr lang="en-US" sz="2000" dirty="0"/>
              <a:t>Python [Data preprocessing, EDA, PDF Scraping, </a:t>
            </a:r>
            <a:r>
              <a:rPr lang="en-US" sz="2000" b="1" i="0" dirty="0">
                <a:solidFill>
                  <a:srgbClr val="E6E8F0"/>
                </a:solidFill>
                <a:effectLst/>
                <a:latin typeface="Google Sans"/>
              </a:rPr>
              <a:t>Derived new Columns, Co-Relation analysis</a:t>
            </a:r>
            <a:r>
              <a:rPr lang="en-US" sz="2000" dirty="0"/>
              <a:t>]</a:t>
            </a:r>
          </a:p>
          <a:p>
            <a:pPr marL="2171700" lvl="4" indent="-342900" algn="l">
              <a:buFontTx/>
              <a:buChar char="-"/>
            </a:pPr>
            <a:r>
              <a:rPr lang="en-US" sz="2000" dirty="0"/>
              <a:t>SQL [Data Query, Data Exploration]</a:t>
            </a:r>
          </a:p>
          <a:p>
            <a:pPr marL="2171700" lvl="4" indent="-342900" algn="l">
              <a:buFontTx/>
              <a:buChar char="-"/>
            </a:pPr>
            <a:r>
              <a:rPr lang="en-US" sz="2000" dirty="0" err="1"/>
              <a:t>PowerBI</a:t>
            </a:r>
            <a:r>
              <a:rPr lang="en-US" sz="2000" dirty="0"/>
              <a:t> [Interactive Dashboards]</a:t>
            </a:r>
          </a:p>
        </p:txBody>
      </p:sp>
    </p:spTree>
    <p:extLst>
      <p:ext uri="{BB962C8B-B14F-4D97-AF65-F5344CB8AC3E}">
        <p14:creationId xmlns:p14="http://schemas.microsoft.com/office/powerpoint/2010/main" val="542044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fontScale="90000"/>
          </a:bodyPr>
          <a:lstStyle/>
          <a:p>
            <a:r>
              <a:rPr lang="en-US" dirty="0"/>
              <a:t>AC vs DC Power Relation</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algn="l"/>
            <a:r>
              <a:rPr lang="en-US" sz="2000" dirty="0"/>
              <a:t>It was observed that the AC and DC power were highly co-related.</a:t>
            </a:r>
          </a:p>
          <a:p>
            <a:pPr algn="l"/>
            <a:r>
              <a:rPr lang="en-US" sz="2000" dirty="0"/>
              <a:t>Although there lied some of inconsistency, but we can easily say </a:t>
            </a:r>
          </a:p>
          <a:p>
            <a:pPr algn="l"/>
            <a:r>
              <a:rPr lang="en-US" sz="2000" dirty="0"/>
              <a:t>that both of the values were majorly dependent to each other.</a:t>
            </a:r>
          </a:p>
        </p:txBody>
      </p:sp>
      <p:pic>
        <p:nvPicPr>
          <p:cNvPr id="5" name="Picture 4">
            <a:extLst>
              <a:ext uri="{FF2B5EF4-FFF2-40B4-BE49-F238E27FC236}">
                <a16:creationId xmlns:a16="http://schemas.microsoft.com/office/drawing/2014/main" id="{75F97203-D224-BD15-D691-2C6CFCAB0BD6}"/>
              </a:ext>
            </a:extLst>
          </p:cNvPr>
          <p:cNvPicPr>
            <a:picLocks noChangeAspect="1"/>
          </p:cNvPicPr>
          <p:nvPr/>
        </p:nvPicPr>
        <p:blipFill>
          <a:blip r:embed="rId2"/>
          <a:stretch>
            <a:fillRect/>
          </a:stretch>
        </p:blipFill>
        <p:spPr>
          <a:xfrm>
            <a:off x="8695267" y="1490133"/>
            <a:ext cx="3302000" cy="3184700"/>
          </a:xfrm>
          <a:prstGeom prst="rect">
            <a:avLst/>
          </a:prstGeom>
        </p:spPr>
      </p:pic>
    </p:spTree>
    <p:extLst>
      <p:ext uri="{BB962C8B-B14F-4D97-AF65-F5344CB8AC3E}">
        <p14:creationId xmlns:p14="http://schemas.microsoft.com/office/powerpoint/2010/main" val="51541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a:bodyPr>
          <a:lstStyle/>
          <a:p>
            <a:r>
              <a:rPr lang="en-US" dirty="0"/>
              <a:t>Fault and Risk</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algn="l"/>
            <a:r>
              <a:rPr lang="en-US" sz="2000" dirty="0"/>
              <a:t>The faults means the condition when does DC not produce power even on high presence of sun.</a:t>
            </a:r>
          </a:p>
          <a:p>
            <a:pPr algn="l"/>
            <a:endParaRPr lang="en-US" sz="2000" dirty="0"/>
          </a:p>
          <a:p>
            <a:pPr algn="l"/>
            <a:r>
              <a:rPr lang="en-US" sz="2000" dirty="0"/>
              <a:t>All of the faults occurred between 12pm-3pm. There is the probability that panel didn’t function properly due to some seasonal imbalance.</a:t>
            </a:r>
          </a:p>
        </p:txBody>
      </p:sp>
      <p:pic>
        <p:nvPicPr>
          <p:cNvPr id="6" name="Picture 5">
            <a:extLst>
              <a:ext uri="{FF2B5EF4-FFF2-40B4-BE49-F238E27FC236}">
                <a16:creationId xmlns:a16="http://schemas.microsoft.com/office/drawing/2014/main" id="{50342546-87D5-A4F5-2659-EA550DFDDB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7698" y="3805912"/>
            <a:ext cx="4124901" cy="2743583"/>
          </a:xfrm>
          <a:prstGeom prst="rect">
            <a:avLst/>
          </a:prstGeom>
        </p:spPr>
      </p:pic>
    </p:spTree>
    <p:extLst>
      <p:ext uri="{BB962C8B-B14F-4D97-AF65-F5344CB8AC3E}">
        <p14:creationId xmlns:p14="http://schemas.microsoft.com/office/powerpoint/2010/main" val="3532933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a:bodyPr>
          <a:lstStyle/>
          <a:p>
            <a:r>
              <a:rPr lang="en-US" sz="3600" dirty="0" err="1"/>
              <a:t>Fault_Severity</a:t>
            </a:r>
            <a:r>
              <a:rPr lang="en-US" sz="3600" dirty="0"/>
              <a:t> &amp; Performance</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algn="l"/>
            <a:r>
              <a:rPr lang="en-US" sz="2000" dirty="0"/>
              <a:t>The fault severity mainly occurred on low performance ratio.  The fault severity means the difference between </a:t>
            </a:r>
            <a:r>
              <a:rPr lang="en-US" sz="2000" dirty="0" err="1"/>
              <a:t>irridation</a:t>
            </a:r>
            <a:r>
              <a:rPr lang="en-US" sz="2000" dirty="0"/>
              <a:t>*10k and DC. The high the value, the high the severity of faultiness.</a:t>
            </a:r>
          </a:p>
        </p:txBody>
      </p:sp>
      <p:pic>
        <p:nvPicPr>
          <p:cNvPr id="6" name="Picture 5">
            <a:extLst>
              <a:ext uri="{FF2B5EF4-FFF2-40B4-BE49-F238E27FC236}">
                <a16:creationId xmlns:a16="http://schemas.microsoft.com/office/drawing/2014/main" id="{6B800E11-44AE-1C4F-87E8-DED4B0DF3E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5574" y="3891649"/>
            <a:ext cx="6401693" cy="2657846"/>
          </a:xfrm>
          <a:prstGeom prst="rect">
            <a:avLst/>
          </a:prstGeom>
        </p:spPr>
      </p:pic>
    </p:spTree>
    <p:extLst>
      <p:ext uri="{BB962C8B-B14F-4D97-AF65-F5344CB8AC3E}">
        <p14:creationId xmlns:p14="http://schemas.microsoft.com/office/powerpoint/2010/main" val="1109227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a:bodyPr>
          <a:lstStyle/>
          <a:p>
            <a:r>
              <a:rPr lang="en-US" sz="3600" dirty="0"/>
              <a:t>Faulty Panels</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algn="l"/>
            <a:r>
              <a:rPr lang="en-US" sz="2000" dirty="0"/>
              <a:t>It was found 6 panels where the faults were repeated most, there is the high possibility that there are some defectiveness in these panels. Specially, in peak afternoon these panel malfunctions meaning these panels are sensitive to high </a:t>
            </a:r>
            <a:r>
              <a:rPr lang="en-US" sz="2000" dirty="0" err="1"/>
              <a:t>irridation</a:t>
            </a:r>
            <a:r>
              <a:rPr lang="en-US" sz="2000" dirty="0"/>
              <a:t>.</a:t>
            </a:r>
          </a:p>
        </p:txBody>
      </p:sp>
      <p:pic>
        <p:nvPicPr>
          <p:cNvPr id="5" name="Picture 4">
            <a:extLst>
              <a:ext uri="{FF2B5EF4-FFF2-40B4-BE49-F238E27FC236}">
                <a16:creationId xmlns:a16="http://schemas.microsoft.com/office/drawing/2014/main" id="{D154C35D-A562-B377-AA5E-92861170B4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9965" y="3643965"/>
            <a:ext cx="4124901" cy="2905530"/>
          </a:xfrm>
          <a:prstGeom prst="rect">
            <a:avLst/>
          </a:prstGeom>
        </p:spPr>
      </p:pic>
    </p:spTree>
    <p:extLst>
      <p:ext uri="{BB962C8B-B14F-4D97-AF65-F5344CB8AC3E}">
        <p14:creationId xmlns:p14="http://schemas.microsoft.com/office/powerpoint/2010/main" val="1072282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a:bodyPr>
          <a:lstStyle/>
          <a:p>
            <a:r>
              <a:rPr lang="en-US" sz="3600" dirty="0"/>
              <a:t>Fault Severity</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algn="l"/>
            <a:r>
              <a:rPr lang="en-US" sz="2000" dirty="0"/>
              <a:t>The Group were divided based on the severity values. Low denotes the severity being less than 1k. Medium being less than 3k and greater than 1k. High being greater than 3k and less than 5k. Greater than 5k were declared critical. It was observed 58 of panels were critically fault. 34 mediumly fault and 20 </a:t>
            </a:r>
            <a:r>
              <a:rPr lang="en-US" sz="2000" dirty="0" err="1"/>
              <a:t>highlt</a:t>
            </a:r>
            <a:r>
              <a:rPr lang="en-US" sz="2000" dirty="0"/>
              <a:t> fault. Majority of panels were on low faultiness.</a:t>
            </a:r>
          </a:p>
          <a:p>
            <a:pPr algn="l"/>
            <a:endParaRPr lang="en-US" sz="2000" dirty="0"/>
          </a:p>
        </p:txBody>
      </p:sp>
      <p:pic>
        <p:nvPicPr>
          <p:cNvPr id="5" name="Picture 4">
            <a:extLst>
              <a:ext uri="{FF2B5EF4-FFF2-40B4-BE49-F238E27FC236}">
                <a16:creationId xmlns:a16="http://schemas.microsoft.com/office/drawing/2014/main" id="{31AF49A3-74DA-F7D8-0B98-7CDAE48D70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2225" y="3615386"/>
            <a:ext cx="6382641" cy="2934109"/>
          </a:xfrm>
          <a:prstGeom prst="rect">
            <a:avLst/>
          </a:prstGeom>
        </p:spPr>
      </p:pic>
    </p:spTree>
    <p:extLst>
      <p:ext uri="{BB962C8B-B14F-4D97-AF65-F5344CB8AC3E}">
        <p14:creationId xmlns:p14="http://schemas.microsoft.com/office/powerpoint/2010/main" val="1786384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a:bodyPr>
          <a:lstStyle/>
          <a:p>
            <a:r>
              <a:rPr lang="en-US" sz="3600" dirty="0"/>
              <a:t>Performance ratio</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algn="l"/>
            <a:r>
              <a:rPr lang="en-US" sz="2000" dirty="0"/>
              <a:t>The performance were derived by dividing each AC_POWER by max  ac power. The Performance peaked at 21 may after its all time low at 18 may. We can say that the </a:t>
            </a:r>
            <a:r>
              <a:rPr lang="en-US" sz="2000" dirty="0" err="1"/>
              <a:t>Performance_Ratio</a:t>
            </a:r>
            <a:r>
              <a:rPr lang="en-US" sz="2000" dirty="0"/>
              <a:t> highly depends upon </a:t>
            </a:r>
            <a:r>
              <a:rPr lang="en-US" sz="2000" dirty="0" err="1"/>
              <a:t>irridation</a:t>
            </a:r>
            <a:r>
              <a:rPr lang="en-US" sz="2000" dirty="0"/>
              <a:t> and </a:t>
            </a:r>
            <a:r>
              <a:rPr lang="en-US" sz="2000" dirty="0" err="1"/>
              <a:t>ambient_temperature</a:t>
            </a:r>
            <a:r>
              <a:rPr lang="en-US" sz="2000" dirty="0"/>
              <a:t>. </a:t>
            </a:r>
          </a:p>
        </p:txBody>
      </p:sp>
      <p:pic>
        <p:nvPicPr>
          <p:cNvPr id="6" name="Picture 5">
            <a:extLst>
              <a:ext uri="{FF2B5EF4-FFF2-40B4-BE49-F238E27FC236}">
                <a16:creationId xmlns:a16="http://schemas.microsoft.com/office/drawing/2014/main" id="{0BD721DA-AE10-96C5-AC5D-B804A4ADC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779" y="3501070"/>
            <a:ext cx="10307488" cy="3048425"/>
          </a:xfrm>
          <a:prstGeom prst="rect">
            <a:avLst/>
          </a:prstGeom>
        </p:spPr>
      </p:pic>
    </p:spTree>
    <p:extLst>
      <p:ext uri="{BB962C8B-B14F-4D97-AF65-F5344CB8AC3E}">
        <p14:creationId xmlns:p14="http://schemas.microsoft.com/office/powerpoint/2010/main" val="1052420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fontScale="90000"/>
          </a:bodyPr>
          <a:lstStyle/>
          <a:p>
            <a:r>
              <a:rPr lang="en-US" sz="3600" dirty="0" err="1"/>
              <a:t>Irridation</a:t>
            </a:r>
            <a:r>
              <a:rPr lang="en-US" sz="3600" dirty="0"/>
              <a:t> &amp; dc power relation</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algn="l"/>
            <a:r>
              <a:rPr lang="en-US" sz="2000" dirty="0"/>
              <a:t>The maximum power DC can generate is 15k no matter how high the irradiation be. The chart shows consistent behavior of relation between IRRADIATION and DC_POWER. Although there lies some faults majority of this relation is consistence.</a:t>
            </a:r>
          </a:p>
        </p:txBody>
      </p:sp>
      <p:pic>
        <p:nvPicPr>
          <p:cNvPr id="5" name="Picture 4">
            <a:extLst>
              <a:ext uri="{FF2B5EF4-FFF2-40B4-BE49-F238E27FC236}">
                <a16:creationId xmlns:a16="http://schemas.microsoft.com/office/drawing/2014/main" id="{4FBF692E-5C84-1F70-74AE-B40B791BD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5269" y="3482017"/>
            <a:ext cx="10383699" cy="3067478"/>
          </a:xfrm>
          <a:prstGeom prst="rect">
            <a:avLst/>
          </a:prstGeom>
        </p:spPr>
      </p:pic>
    </p:spTree>
    <p:extLst>
      <p:ext uri="{BB962C8B-B14F-4D97-AF65-F5344CB8AC3E}">
        <p14:creationId xmlns:p14="http://schemas.microsoft.com/office/powerpoint/2010/main" val="3116373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a:bodyPr>
          <a:lstStyle/>
          <a:p>
            <a:r>
              <a:rPr lang="en-US" sz="3600" dirty="0"/>
              <a:t>Environment impact</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algn="l"/>
            <a:r>
              <a:rPr lang="en-US" sz="2000" dirty="0"/>
              <a:t>The Module temperature and performance are highly correlated almost no faults. It means the higher the </a:t>
            </a:r>
            <a:r>
              <a:rPr lang="en-US" sz="2000" dirty="0" err="1"/>
              <a:t>module_temperature</a:t>
            </a:r>
            <a:r>
              <a:rPr lang="en-US" sz="2000" dirty="0"/>
              <a:t>, higher the performance.</a:t>
            </a:r>
          </a:p>
        </p:txBody>
      </p:sp>
      <p:pic>
        <p:nvPicPr>
          <p:cNvPr id="6" name="Picture 5">
            <a:extLst>
              <a:ext uri="{FF2B5EF4-FFF2-40B4-BE49-F238E27FC236}">
                <a16:creationId xmlns:a16="http://schemas.microsoft.com/office/drawing/2014/main" id="{3BDFA912-39FE-375B-F54E-97227A570E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2464" y="3429000"/>
            <a:ext cx="3982006" cy="2762636"/>
          </a:xfrm>
          <a:prstGeom prst="rect">
            <a:avLst/>
          </a:prstGeom>
        </p:spPr>
      </p:pic>
    </p:spTree>
    <p:extLst>
      <p:ext uri="{BB962C8B-B14F-4D97-AF65-F5344CB8AC3E}">
        <p14:creationId xmlns:p14="http://schemas.microsoft.com/office/powerpoint/2010/main" val="2140870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a:bodyPr>
          <a:lstStyle/>
          <a:p>
            <a:r>
              <a:rPr lang="en-US" sz="3600" dirty="0"/>
              <a:t>Environment impact</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algn="l"/>
            <a:r>
              <a:rPr lang="en-US" sz="2000" dirty="0"/>
              <a:t>Although high irradiation and performance shows strong correlations, there also lies little bit of inconsistency meaning high irradiation can also some times result in less performance.</a:t>
            </a:r>
          </a:p>
        </p:txBody>
      </p:sp>
      <p:pic>
        <p:nvPicPr>
          <p:cNvPr id="5" name="Picture 4">
            <a:extLst>
              <a:ext uri="{FF2B5EF4-FFF2-40B4-BE49-F238E27FC236}">
                <a16:creationId xmlns:a16="http://schemas.microsoft.com/office/drawing/2014/main" id="{A8DAA85D-243D-2F53-F88D-89FBDC9E82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4120" y="3796054"/>
            <a:ext cx="6420746" cy="2686425"/>
          </a:xfrm>
          <a:prstGeom prst="rect">
            <a:avLst/>
          </a:prstGeom>
        </p:spPr>
      </p:pic>
    </p:spTree>
    <p:extLst>
      <p:ext uri="{BB962C8B-B14F-4D97-AF65-F5344CB8AC3E}">
        <p14:creationId xmlns:p14="http://schemas.microsoft.com/office/powerpoint/2010/main" val="4146182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a:bodyPr>
          <a:lstStyle/>
          <a:p>
            <a:r>
              <a:rPr lang="en-US" sz="3600" dirty="0"/>
              <a:t>Recommendation</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lstStyle/>
          <a:p>
            <a:pPr marL="342900" indent="-342900" algn="l">
              <a:buFont typeface="Arial" panose="020B0604020202020204" pitchFamily="34" charset="0"/>
              <a:buChar char="•"/>
            </a:pPr>
            <a:r>
              <a:rPr lang="en-US" sz="2000" dirty="0"/>
              <a:t>Repairment or replacement of source keys.</a:t>
            </a:r>
          </a:p>
          <a:p>
            <a:pPr marL="342900" indent="-342900" algn="l">
              <a:buFont typeface="Arial" panose="020B0604020202020204" pitchFamily="34" charset="0"/>
              <a:buChar char="•"/>
            </a:pPr>
            <a:r>
              <a:rPr lang="en-US" sz="2000" dirty="0"/>
              <a:t>Monitor underperforming source keys regularly.</a:t>
            </a:r>
          </a:p>
          <a:p>
            <a:pPr marL="342900" indent="-342900" algn="l">
              <a:buFont typeface="Arial" panose="020B0604020202020204" pitchFamily="34" charset="0"/>
              <a:buChar char="•"/>
            </a:pPr>
            <a:r>
              <a:rPr lang="en-US" sz="2000" dirty="0"/>
              <a:t>Schedule maintenance during high fault-prone period.</a:t>
            </a:r>
          </a:p>
          <a:p>
            <a:pPr marL="342900" indent="-342900" algn="l">
              <a:buFont typeface="Arial" panose="020B0604020202020204" pitchFamily="34" charset="0"/>
              <a:buChar char="•"/>
            </a:pPr>
            <a:r>
              <a:rPr lang="en-US" sz="2000" dirty="0"/>
              <a:t>Use irradiation trends to optimize power generation timing.</a:t>
            </a:r>
          </a:p>
          <a:p>
            <a:pPr marL="342900" indent="-342900" algn="l">
              <a:buFont typeface="Arial" panose="020B0604020202020204" pitchFamily="34" charset="0"/>
              <a:buChar char="•"/>
            </a:pPr>
            <a:r>
              <a:rPr lang="en-US" sz="2000" dirty="0"/>
              <a:t>Leverage environmental data for better operational planning</a:t>
            </a:r>
          </a:p>
          <a:p>
            <a:pPr marL="342900" indent="-342900" algn="l">
              <a:buFont typeface="Arial" panose="020B0604020202020204" pitchFamily="34" charset="0"/>
              <a:buChar char="•"/>
            </a:pPr>
            <a:endParaRPr lang="en-US" sz="2000" dirty="0"/>
          </a:p>
        </p:txBody>
      </p:sp>
    </p:spTree>
    <p:extLst>
      <p:ext uri="{BB962C8B-B14F-4D97-AF65-F5344CB8AC3E}">
        <p14:creationId xmlns:p14="http://schemas.microsoft.com/office/powerpoint/2010/main" val="1194035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81B8-1A39-53CC-7C6F-E857D1BAC115}"/>
              </a:ext>
            </a:extLst>
          </p:cNvPr>
          <p:cNvSpPr>
            <a:spLocks noGrp="1"/>
          </p:cNvSpPr>
          <p:nvPr>
            <p:ph type="ctrTitle"/>
          </p:nvPr>
        </p:nvSpPr>
        <p:spPr>
          <a:xfrm>
            <a:off x="1595269" y="308505"/>
            <a:ext cx="8937264" cy="841904"/>
          </a:xfrm>
        </p:spPr>
        <p:txBody>
          <a:bodyPr>
            <a:normAutofit/>
          </a:bodyPr>
          <a:lstStyle/>
          <a:p>
            <a:r>
              <a:rPr lang="en-US" sz="3600" dirty="0"/>
              <a:t>Conclusion</a:t>
            </a:r>
          </a:p>
        </p:txBody>
      </p:sp>
      <p:sp>
        <p:nvSpPr>
          <p:cNvPr id="3" name="Subtitle 2">
            <a:extLst>
              <a:ext uri="{FF2B5EF4-FFF2-40B4-BE49-F238E27FC236}">
                <a16:creationId xmlns:a16="http://schemas.microsoft.com/office/drawing/2014/main" id="{4C604856-BCAC-2FCB-C524-EDFBE9B0FE5A}"/>
              </a:ext>
            </a:extLst>
          </p:cNvPr>
          <p:cNvSpPr>
            <a:spLocks noGrp="1"/>
          </p:cNvSpPr>
          <p:nvPr>
            <p:ph type="subTitle" idx="1"/>
          </p:nvPr>
        </p:nvSpPr>
        <p:spPr>
          <a:xfrm>
            <a:off x="347134" y="1490132"/>
            <a:ext cx="11650133" cy="5059363"/>
          </a:xfrm>
        </p:spPr>
        <p:txBody>
          <a:bodyPr>
            <a:normAutofit/>
          </a:bodyPr>
          <a:lstStyle/>
          <a:p>
            <a:pPr algn="l"/>
            <a:r>
              <a:rPr lang="en-US" sz="2000" dirty="0"/>
              <a:t>This project successfully analyzes solar plant performance, identifying key inefficiencies related to power loss, fault patterns, and environmental conditions. The insights highlight opportunities to improve efficiency and reduce operational issues. The dashboard enables clear, data-driven monitoring and decision-making. This work can be further extended using machine learning for predictive analysis.</a:t>
            </a:r>
          </a:p>
        </p:txBody>
      </p:sp>
    </p:spTree>
    <p:extLst>
      <p:ext uri="{BB962C8B-B14F-4D97-AF65-F5344CB8AC3E}">
        <p14:creationId xmlns:p14="http://schemas.microsoft.com/office/powerpoint/2010/main" val="29730662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129</TotalTime>
  <Words>843</Words>
  <Application>Microsoft Office PowerPoint</Application>
  <PresentationFormat>Widescreen</PresentationFormat>
  <Paragraphs>58</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Bookman Old Style</vt:lpstr>
      <vt:lpstr>Calibri</vt:lpstr>
      <vt:lpstr>Google Sans</vt:lpstr>
      <vt:lpstr>Rockwell</vt:lpstr>
      <vt:lpstr>zeitung</vt:lpstr>
      <vt:lpstr>Damask</vt:lpstr>
      <vt:lpstr>Solar Power Plant Performance &amp; Fault Analysis Project</vt:lpstr>
      <vt:lpstr>Executive Summary</vt:lpstr>
      <vt:lpstr>Key Findings</vt:lpstr>
      <vt:lpstr>Data Overview</vt:lpstr>
      <vt:lpstr>Data Overview</vt:lpstr>
      <vt:lpstr>AC vs DC Power Relation</vt:lpstr>
      <vt:lpstr>Fault and Risk</vt:lpstr>
      <vt:lpstr>Fault_Severity &amp; Performance</vt:lpstr>
      <vt:lpstr>Faulty Panels</vt:lpstr>
      <vt:lpstr>Fault Severity</vt:lpstr>
      <vt:lpstr>Performance ratio</vt:lpstr>
      <vt:lpstr>Irridation &amp; dc power relation</vt:lpstr>
      <vt:lpstr>Environment impact</vt:lpstr>
      <vt:lpstr>Environment impact</vt:lpstr>
      <vt:lpstr>Recommendation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BIKALPA REGMI</dc:creator>
  <cp:lastModifiedBy>BIKALPA REGMI</cp:lastModifiedBy>
  <cp:revision>11</cp:revision>
  <dcterms:created xsi:type="dcterms:W3CDTF">2026-04-17T10:00:51Z</dcterms:created>
  <dcterms:modified xsi:type="dcterms:W3CDTF">2026-04-17T16:07:25Z</dcterms:modified>
</cp:coreProperties>
</file>